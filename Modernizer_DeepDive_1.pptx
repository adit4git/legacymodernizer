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4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137160" cy="41148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Modernizer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agents, and the lessons of building 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 · Agentic pipeline · Three model providers · MCP integration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→ Spring Boot · ASP.NET → React/Angular · OpenShift CI/CD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Deep Dive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 minutes. No fluff.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why prior approaches fall short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412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the pipeline, the agents, the gates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743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walkthrough: end-to-end run on ContosoStore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24128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337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templates + generation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41280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strategy — Copilot, Anthropic, OpenAI, local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0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4526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— five hard-won principles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41280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120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5120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Q&amp;A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1280" y="5120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is mostly archaeology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rewrites fail before any code is written.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754880"/>
          </a:xfrm>
          <a:prstGeom prst="rect">
            <a:avLst/>
          </a:prstGeom>
          <a:solidFill>
            <a:srgbClr val="F5F8FC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teams hit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documentation of the legacy before rewrite begins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assumptions surface after thousands of LOC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silently lost in translation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accumulates defects no one closes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rewrites that ship eight months late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LLM calls hallucinate at scale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 device — agents stop when they feel done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verifier — output isn't compiled or tested in-loop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gates — errors caught only post-hoc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 defect loop — production bugs never re-train context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had to be true at once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alone fails. Templates alone are rigid. Humans alone don't scale.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1188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37160" cy="42976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+ verify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write a plan first, then must reconcile it against disk before stopping. The verifier is the test of completion.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61188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828800"/>
            <a:ext cx="137160" cy="42976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011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explicit pause points. Reviewing artifacts costs hours, not weeks. Cheap to redirect, expensive to repeat.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61188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828800"/>
            <a:ext cx="137160" cy="42976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011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0" y="269748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from Jira flow back into the same agent machinery. The system gets to fix its own bugs in production.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 on top of a model-agnostic agent loop.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371600" cy="109728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11680" y="1691640"/>
            <a:ext cx="2194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691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Activity-bar menu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2194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691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human gates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1691640"/>
            <a:ext cx="2194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691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tree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371600" cy="109728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11680" y="3154680"/>
            <a:ext cx="2194560" cy="822960"/>
          </a:xfrm>
          <a:prstGeom prst="rect">
            <a:avLst/>
          </a:prstGeom>
          <a:solidFill>
            <a:srgbClr val="1B2D52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state machine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154680"/>
            <a:ext cx="2194560" cy="822960"/>
          </a:xfrm>
          <a:prstGeom prst="rect">
            <a:avLst/>
          </a:prstGeom>
          <a:solidFill>
            <a:srgbClr val="1B2D52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(tool dispatch)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3154680"/>
            <a:ext cx="2194560" cy="822960"/>
          </a:xfrm>
          <a:prstGeom prst="rect">
            <a:avLst/>
          </a:prstGeom>
          <a:solidFill>
            <a:srgbClr val="1B2D52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copier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0" y="3154680"/>
            <a:ext cx="2194560" cy="822960"/>
          </a:xfrm>
          <a:prstGeom prst="rect">
            <a:avLst/>
          </a:prstGeom>
          <a:solidFill>
            <a:srgbClr val="1B2D52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1371600" cy="1097280"/>
          </a:xfrm>
          <a:prstGeom prst="rect">
            <a:avLst/>
          </a:prstGeom>
          <a:solidFill>
            <a:srgbClr val="1B2D52"/>
          </a:solidFill>
          <a:ln w="12700">
            <a:solidFill>
              <a:srgbClr val="1B2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805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11680" y="4617720"/>
            <a:ext cx="2194560" cy="822960"/>
          </a:xfrm>
          <a:prstGeom prst="rect">
            <a:avLst/>
          </a:prstGeom>
          <a:solidFill>
            <a:srgbClr val="1B2D52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4617720"/>
            <a:ext cx="2194560" cy="822960"/>
          </a:xfrm>
          <a:prstGeom prst="rect">
            <a:avLst/>
          </a:prstGeom>
          <a:solidFill>
            <a:srgbClr val="1B2D52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Codex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4617720"/>
            <a:ext cx="2194560" cy="822960"/>
          </a:xfrm>
          <a:prstGeom prst="rect">
            <a:avLst/>
          </a:prstGeom>
          <a:solidFill>
            <a:srgbClr val="1B2D52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Copilot LM API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0" y="4617720"/>
            <a:ext cx="2194560" cy="822960"/>
          </a:xfrm>
          <a:prstGeom prst="rect">
            <a:avLst/>
          </a:prstGeom>
          <a:solidFill>
            <a:srgbClr val="1B2D52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5852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11680" y="5852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Jira (MCP)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0" y="5852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Bitbucket (MCP)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5852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OpenShift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0" y="5852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 is the only loop that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— analysis, conversion, tests, defect fix — runs through this same primitive.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943600" cy="484632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55778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maxIterations; i++)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 = await llm.complete({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system, messages, tools: TOOL_SCHEMAS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call of resp.toolCalls)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dispatch(call);   // read_file,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// write_file, search,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// list_dir, finish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(call.name === 'finish') break;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verification pass: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plan-vs-disk reconciliation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mvn compile, tsc --noEmit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feed errors back, retry up to 3×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 holds 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0" y="2468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 runs against Anthropic, OpenAI, Copilot LM, or local Ollama. Tool schemas are translated, not duplicated.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Tool-bounded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3520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tools: list, read, search, write, finish. Sandboxed to writeRoot. Path traversal rejected.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Verifier-grounded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4572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errors and missing-file diffs feed back into the agent. Stronger than self-critique alone.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Skill-driven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5623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behavior in markdown SKILL.md. Adding an agent is data, not code — until it isn't.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AGENT LOOP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steps, three gates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writes a real artifact. Each gate is a stop sign.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1243584" cy="9144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7744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Analyze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3383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inventory.json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2377440"/>
            <a:ext cx="1243584" cy="9144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37744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Document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3383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LEGACY_DOCUMENTATION.md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2377440"/>
            <a:ext cx="1243584" cy="914400"/>
          </a:xfrm>
          <a:prstGeom prst="rect">
            <a:avLst/>
          </a:prstGeom>
          <a:solidFill>
            <a:srgbClr val="FF7A29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37744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3383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2377440"/>
            <a:ext cx="1243584" cy="9144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37744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Convert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3383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 Spring Boot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2377440"/>
            <a:ext cx="1243584" cy="9144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37744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Convert 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3383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 React or Angular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2377440"/>
            <a:ext cx="1243584" cy="914400"/>
          </a:xfrm>
          <a:prstGeom prst="rect">
            <a:avLst/>
          </a:prstGeom>
          <a:solidFill>
            <a:srgbClr val="FF7A29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37744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3383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38160" y="2377440"/>
            <a:ext cx="1243584" cy="9144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237744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3383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Vitest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418320" y="2377440"/>
            <a:ext cx="1243584" cy="9144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237744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CI/CD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72600" y="3383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deploy/ manifests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698480" y="2377440"/>
            <a:ext cx="1243584" cy="914400"/>
          </a:xfrm>
          <a:prstGeom prst="rect">
            <a:avLst/>
          </a:prstGeom>
          <a:solidFill>
            <a:srgbClr val="FF7A29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237744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GATE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52760" y="3383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CI/CD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365760" cy="27432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step (LLM agent)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0" y="4297680"/>
            <a:ext cx="365760" cy="274320"/>
          </a:xfrm>
          <a:prstGeom prst="rect">
            <a:avLst/>
          </a:prstGeom>
          <a:solidFill>
            <a:srgbClr val="FF7A29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(modal dialog)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DEMO PLACEHOLDER — show the menu webview, ContosoStore root, kick off Step 1; narrate live status tree ]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DEMO PLACEHOLDER — pause at Gate #1, open LEGACY_DOCUMENTATION.md, walk through Mermaid diagrams ]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DEMO PLACEHOLDER — approve the gate, watch Steps 4-5 run; show api/ tree expanding in real time ]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PIPELINE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agents, one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in markdown. Plumbing in TypeScript. Promote to classes only when symptoms force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02336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23160" y="15087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83480" y="15087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15400" y="1508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9110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191109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.NET source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9110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_modernizer/inventory.json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15400" y="19110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documentation-generator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11247120" cy="402336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134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23134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+ source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3134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LEGACY_DOCUMENTATION.md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3134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documentation-generator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71576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apiConverter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27157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+ .cs files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7157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 Spring Boot multi-module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27157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api-converter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18104"/>
            <a:ext cx="11247120" cy="402336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181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uiConverter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23160" y="31181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+ .aspx/views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311810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 React or Angular SPA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15400" y="31181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ui-converter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5204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testGenerator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23160" y="35204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api/ + ui/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35204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JUnit, Mockito, Vitest, Testcontainers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15400" y="35204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test-generator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922776"/>
            <a:ext cx="11247120" cy="402336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92277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cicdGenerator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23160" y="392277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structure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39227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deploy/ Helm + Tekton + Bitbucket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915400" y="392277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cicd-generator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" y="43251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defectResolver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23160" y="4325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issue + target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83480" y="43251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fix + regression test + PR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915400" y="43251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defect-resolver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share the same five tools (list_dir, read_file, search_text, write_file, finish) and the same loop. Behavior diverges via SKILL.md.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CODE WALKTHROUGH — open skills/api-converter/SKILL.md, walk through Plan → Generate → Verify procedure ]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AGENTS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templates × generation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that doesn't vary is shipped, not generated. The agent does the rest.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374904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projects. Copied with {{var}} substitution.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 (parent + module)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Application.java, application.yml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GlobalExceptionHandler, CorrelationIdFilter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vite.config.ts, tsconfig.json, tailwind.config.js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Dockerfile.api / .ui (multi-stage)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 skeleton + per-env values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 pipeline + reusable tasks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Jenkinsfile, bitbucket-pipelines.yml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86400" cy="374904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legacy code. LLM agent produces it.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4688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services, repositories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DTOs, MapStruct mappers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 (auth scheme depends on legacy)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migrations (derived from data model)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 / Angular feature components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API client modules per resource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Project-specific README sections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FF7A29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~50% fewer LLM calls per run, more deterministic output, lower 429 risk.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HYBRID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 providers, one abstraction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LlmClient hides the differences. Pick per-step or globally.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8892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1228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0684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Copilot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2057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mechanical steps (analyze, tests, CI/CD)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1228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0684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GPT-4.1, Claude (in-Copilot)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11247120" cy="50292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2560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conversion steps (API converter, defect resolver)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12280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06840" y="2560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/ Opus 4.7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3063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org policy requires 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06840" y="3063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11247120" cy="50292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88920" y="3566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or unlimited iteration during tuning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(hardware)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06840" y="3566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qwen2.5-coder, deepseek-coder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recipe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(gpt-4o-mini) for analyze + docs + tests + CI/CD. Anthropic Sonnet for API + UI conversion. Anthropic Opus or Sonnet for defect resolution. End-to-end cost on a mid-sized codebase: ~60-80% lower than single-provider Anthropic.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closes the defect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and Bitbucket are tools, not destinations.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920240"/>
            <a:ext cx="868680" cy="86868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defect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MCP server returns open bugs as a typed list. Pick one from a QuickPick.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920240"/>
            <a:ext cx="868680" cy="86868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5661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defectResolver agent locates code, fixes minimally, adds regression test, runs verifier.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1920240"/>
            <a:ext cx="868680" cy="86868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5661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 fix/JIRA-KEY → commit → push → Bitbucket MCP opens PR linked to issue.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577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 and not direct REST?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 surface. Reusable by other agents. Security team controls scope. No PATs leaked into the IDE.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ContosoStore →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React + OpenShift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Open VS Code → Activity Bar → rocket icon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8313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Click 📦 Load Bundled Sample (ContosoStore)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4223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Pick target output folder + EXAMPLE_TARGET_ARCHITECTURE.md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453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Click 🚀 Run Full Pipeline — watch Output panel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76402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Pause at Gate #1 → review LEGACY_DOCUMENTATION.md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Approve → continue → review Spring Boot output at Gate #2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3858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Approve → tests + CI/CD → review Helm/Tekton at Gate #3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69671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Bonus: fetch Jira defect → defect agent → PR opened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lessons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layers, in order. Skipping any one creates the next bug.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if absent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9264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location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11247120" cy="54864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48840"/>
            <a:ext cx="1097280" cy="365760"/>
          </a:xfrm>
          <a:prstGeom prst="rect">
            <a:avLst/>
          </a:prstGeom>
          <a:solidFill>
            <a:srgbClr val="FF7A29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8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057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cap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057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quits at iteration 4-6 with one file written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9264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1097280" cy="365760"/>
          </a:xfrm>
          <a:prstGeom prst="rect">
            <a:avLst/>
          </a:prstGeom>
          <a:solidFill>
            <a:srgbClr val="FF7A29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97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8600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Plan-and-verify protocol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finish early thinking it's done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92640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+ userGoal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246120"/>
            <a:ext cx="1097280" cy="365760"/>
          </a:xfrm>
          <a:prstGeom prst="rect">
            <a:avLst/>
          </a:prstGeom>
          <a:solidFill>
            <a:srgbClr val="FF7A29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31546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28600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fixup loop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3154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finds gaps; only one file gets written per pass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92640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agentLoop.ts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1097280" cy="365760"/>
          </a:xfrm>
          <a:prstGeom prst="rect">
            <a:avLst/>
          </a:prstGeom>
          <a:solidFill>
            <a:srgbClr val="FF7A29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3703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28600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 messages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0" y="3703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reappear as text in next turn; conversation rots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9264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LlmClient + agentLoop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251960"/>
            <a:ext cx="11247120" cy="54864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343400"/>
            <a:ext cx="1097280" cy="36576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343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28800" y="4251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28600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/ delta runs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54880" y="4251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reruns instead of 2-min deltas; cost runs away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92640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orchestrator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892040"/>
            <a:ext cx="1097280" cy="36576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892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28800" y="48006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2286000" y="4800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/ compiler in loop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754880" y="4800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declares done with code that doesn't compile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92640" y="4800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post-loop verifier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layers are day-one mandatory; skipping any one produces failures that look unrelated and waste hours of debugging. Polish layers earn their place only after the foundation works.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discovered them in this order through pain. Documenting them lets the next agent step skip the pain.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· STACK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Agents need commitment + verification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model isn't the fix. A plan-and-verify protocol 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7A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API step produced one Java entity. No services. No controllers. Agent called finish and the orchestrator marked it ✅. The model 'felt done' after writing what it remembered first.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cap too low + no checklist + no compile feedback. The agent stopped because nothing forced it to continue.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three reinforcing layers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a JSON file enumerating every output before generating.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7033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finish, list_dir and reconcile against the plan. Missing files = failure.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Compile loop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48463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finish, mvn compile. Errors feed back. Repeat up to 3×.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· 1 OF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2-5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earned the hard way.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channels have meaning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42316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smuggle artifacts through finish.summary. write_file is for files; finish is a wrap-up. Smaller models follow this literally; bigger ones mask the bug.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32120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040880" y="19659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 lives between calls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42316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reduce max_tokens to 'save tokens' — you'll get truncated code. Sleep between requests. Honor retry-after. Per-call quality is non-negotiable.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532120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5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1600" y="42062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and generation are partners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6634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boilerplate as templates, project-specific code as generation. ~50% fewer LLM calls. More deterministic. Less to debug.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931920"/>
            <a:ext cx="5532120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5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040880" y="42062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folders mislead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46634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scaffold structure you haven't built. The empty src/agents/ and templates/ folders aged into confusion. Only create folders for files that exist.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· 2-5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near-term, two long.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914400" cy="6400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6459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model selection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modernizer.modelFor.&lt;step&gt; overrides. Cheap models for cheap work; heavy for hard.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914400" cy="6400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5146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agents to classes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8803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BaseAgent + before/after hooks. Cleaner home for the templates pre-step. Layer 1 of refactor.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914400" cy="6400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33832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cached artifacts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7490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analyze/docs steps when inventory.json + LEGACY_DOCUMENTATION.md exist and are unchanged.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914400" cy="640080"/>
          </a:xfrm>
          <a:prstGeom prst="rect">
            <a:avLst/>
          </a:prstGeom>
          <a:solidFill>
            <a:srgbClr val="1B2D5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51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42519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tool schemas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6177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git_diff, run_tests, helm_lint as agent-specific tools. Defect resolver iterates against real test results.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914400" cy="640080"/>
          </a:xfrm>
          <a:prstGeom prst="rect">
            <a:avLst/>
          </a:prstGeom>
          <a:solidFill>
            <a:srgbClr val="1B2D5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120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51206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 / Vue target stacks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4864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SKILL-quarkus.md and SKILL-vue.md alongside Spring Boot + React. Same machinery, new outputs.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137160" cy="41148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with you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365760" cy="36576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2240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alone fails. Add commitment, verification, and human gates.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3063240"/>
            <a:ext cx="365760" cy="36576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and generation are partners. Hybrid is ~50% cheaper and more deterministic.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840480"/>
            <a:ext cx="365760" cy="36576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between calls, never inside them. Per-call quality is non-negotiable.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617720"/>
            <a:ext cx="365760" cy="36576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complexity only when symptoms force it. Empty folders are a smell.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2204</Words>
  <Application>Microsoft Macintosh PowerPoint</Application>
  <PresentationFormat>Widescreen</PresentationFormat>
  <Paragraphs>369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Modernizer — Architecture Deep Dive</dc:title>
  <dc:subject>PptxGenJS Presentation</dc:subject>
  <dc:creator>Modernization Team</dc:creator>
  <cp:lastModifiedBy>Microsoft Office User</cp:lastModifiedBy>
  <cp:revision>1</cp:revision>
  <dcterms:created xsi:type="dcterms:W3CDTF">2026-05-04T01:03:00Z</dcterms:created>
  <dcterms:modified xsi:type="dcterms:W3CDTF">2026-05-04T01:12:33Z</dcterms:modified>
</cp:coreProperties>
</file>