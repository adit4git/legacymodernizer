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months.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FF7A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clicks.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.NET → Java Spring Boot + modern SPA, agentically.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972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0" dirty="0">
                <a:solidFill>
                  <a:srgbClr val="FF7A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28000" dirty="0"/>
          </a:p>
        </p:txBody>
      </p:sp>
      <p:sp>
        <p:nvSpPr>
          <p:cNvPr id="4" name="Text 2"/>
          <p:cNvSpPr/>
          <p:nvPr/>
        </p:nvSpPr>
        <p:spPr>
          <a:xfrm>
            <a:off x="731520" y="4937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enterprise IT budgets are spent maintaining legacy systems.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Gartner, 2024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hand-rewrites fail.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2194560"/>
            <a:ext cx="548640" cy="0"/>
          </a:xfrm>
          <a:prstGeom prst="line">
            <a:avLst/>
          </a:prstGeom>
          <a:noFill/>
          <a:ln w="38100">
            <a:solidFill>
              <a:srgbClr val="FF7A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468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Behavior gets lost.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documents the legacy before rewriting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0" y="2194560"/>
            <a:ext cx="548640" cy="0"/>
          </a:xfrm>
          <a:prstGeom prst="line">
            <a:avLst/>
          </a:prstGeom>
          <a:noFill/>
          <a:ln w="38100">
            <a:solidFill>
              <a:srgbClr val="FF7A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2468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Decisions slip late.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480560" y="33832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assumptions surface after thousands of LOC.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2194560"/>
            <a:ext cx="548640" cy="0"/>
          </a:xfrm>
          <a:prstGeom prst="line">
            <a:avLst/>
          </a:prstGeom>
          <a:noFill/>
          <a:ln w="38100">
            <a:solidFill>
              <a:srgbClr val="FF7A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2468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Bugs accumulate.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0" y="33832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pile up. Tribal knowledge re-disappears.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943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had to be a better way.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Legacy Modernizer.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VS Code extension that converts .NET to Java Spring Boot + modern SPAs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humans in the loop where it counts.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it does.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2606040" cy="411480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10312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dirty="0">
                <a:solidFill>
                  <a:srgbClr val="FF7A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44805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launch the entire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1828800"/>
            <a:ext cx="2606040" cy="411480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10312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dirty="0">
                <a:solidFill>
                  <a:srgbClr val="FF7A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352044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 gates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44805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docs, code, deploy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2606040" cy="411480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10312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dirty="0">
                <a:solidFill>
                  <a:srgbClr val="FF7A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8800" dirty="0"/>
          </a:p>
        </p:txBody>
      </p:sp>
      <p:sp>
        <p:nvSpPr>
          <p:cNvPr id="13" name="Text 11"/>
          <p:cNvSpPr/>
          <p:nvPr/>
        </p:nvSpPr>
        <p:spPr>
          <a:xfrm>
            <a:off x="630936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44805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its own playbook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98280" y="1828800"/>
            <a:ext cx="2606040" cy="411480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210312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F7A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OSS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909828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output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35440" y="44805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Spring Boot + React + Helm. Yours forever.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DEMO PLACEHOLDER — show menu webview, two-folder pick, run pipeline 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Nine steps. Three gates.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writes a real artifact. Each gate is a stop sign.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1207008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9184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Analyze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84248" y="2926080"/>
            <a:ext cx="1207008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84248" y="329184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36976" y="2926080"/>
            <a:ext cx="1207008" cy="1463040"/>
          </a:xfrm>
          <a:prstGeom prst="rect">
            <a:avLst/>
          </a:prstGeom>
          <a:solidFill>
            <a:srgbClr val="FF7A29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36976" y="329184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9704" y="2926080"/>
            <a:ext cx="1207008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9704" y="329184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Convert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42432" y="2926080"/>
            <a:ext cx="1207008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329184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Convert UI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95160" y="2926080"/>
            <a:ext cx="1207008" cy="1463040"/>
          </a:xfrm>
          <a:prstGeom prst="rect">
            <a:avLst/>
          </a:prstGeom>
          <a:solidFill>
            <a:srgbClr val="FF7A29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329184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47888" y="2926080"/>
            <a:ext cx="1207008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329184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500616" y="2926080"/>
            <a:ext cx="1207008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0616" y="329184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CI/CD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753344" y="2926080"/>
            <a:ext cx="1207008" cy="1463040"/>
          </a:xfrm>
          <a:prstGeom prst="rect">
            <a:avLst/>
          </a:prstGeom>
          <a:solidFill>
            <a:srgbClr val="FF7A29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53344" y="329184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DEMO PLACEHOLDER — narrate the live status tree as steps go green 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Bugs come back.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close the loop.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2743200"/>
            <a:ext cx="2743200" cy="2743200"/>
          </a:xfrm>
          <a:prstGeom prst="ellipse">
            <a:avLst/>
          </a:prstGeom>
          <a:solidFill>
            <a:srgbClr val="151515"/>
          </a:solidFill>
          <a:ln w="38100">
            <a:solidFill>
              <a:srgbClr val="FF7A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291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JIRA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4114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appears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03320" y="365760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FF7A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4572000" y="2743200"/>
            <a:ext cx="2743200" cy="2743200"/>
          </a:xfrm>
          <a:prstGeom prst="ellipse">
            <a:avLst/>
          </a:prstGeom>
          <a:solidFill>
            <a:srgbClr val="151515"/>
          </a:solidFill>
          <a:ln w="38100">
            <a:solidFill>
              <a:srgbClr val="FF7A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3291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4114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· fixes · tests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60920" y="365760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FF7A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5600" dirty="0"/>
          </a:p>
        </p:txBody>
      </p:sp>
      <p:sp>
        <p:nvSpPr>
          <p:cNvPr id="12" name="Shape 10"/>
          <p:cNvSpPr/>
          <p:nvPr/>
        </p:nvSpPr>
        <p:spPr>
          <a:xfrm>
            <a:off x="8229600" y="2743200"/>
            <a:ext cx="2743200" cy="2743200"/>
          </a:xfrm>
          <a:prstGeom prst="ellipse">
            <a:avLst/>
          </a:prstGeom>
          <a:solidFill>
            <a:srgbClr val="151515"/>
          </a:solidFill>
          <a:ln w="38100">
            <a:solidFill>
              <a:srgbClr val="FF7A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3291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BITBUCKET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412480" y="4114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opened automatically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agent. Different goal. Same machinery — Jira &amp; Bitbucket via MCP.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it matters.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FF7A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10×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48056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rewrite become days of review.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80560" y="201168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FF7A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480560" y="3840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Lock-in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480560" y="448056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plain Spring Boot + Helm. Yours forever.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201168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FF7A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8229600" y="3840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Auditable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0" y="448056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human-reviewable. No black box.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learned.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7A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37360" y="18745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Agents need commitment devices. A plan + verifier beats a bigger model.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7A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737360" y="29260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Templates and generation are partners, not rivals. Hybrid wins.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7A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737360" y="39776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Throttling lives between calls. Never make the agent dumber to slow it down.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983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7A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737360" y="50292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Channels have meaning. Don't smuggle artifacts through summary fields.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Modernization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8A8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isn't a project anymore.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7A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a pipeline.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Modernizer — Executive Brief</dc:title>
  <dc:subject>PptxGenJS Presentation</dc:subject>
  <dc:creator>Modernization Team</dc:creator>
  <cp:lastModifiedBy>Modernization Team</cp:lastModifiedBy>
  <cp:revision>1</cp:revision>
  <dcterms:created xsi:type="dcterms:W3CDTF">2026-05-03T12:47:20Z</dcterms:created>
  <dcterms:modified xsi:type="dcterms:W3CDTF">2026-05-03T12:47:20Z</dcterms:modified>
</cp:coreProperties>
</file>